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Hoje quero sua aprovação para o próximo livro, e tudo o que vou mostrar saiu de uma pesquisa feita na loja Kindle do Brasil em 21 de outubro.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Quando alguém digita "ia" na Amazon, a própria busca já sugere Claude, então a procura existe antes de a gente escrever uma linha.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Esses temas têm procura, mas ou já têm um dono com centenas de avaliações ou estão cheios de livro grátis, e nos dois casos um livro novo some.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livro de Claude com 5 avaliações vende mais que o líder de IA para líderes com 109, ou seja, esse leitor ainda não tem dono, mas não vai ficar assim por muito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recorte por profissão vende, o recorte por cargo não: a série Claude para Líderes já existe e não sai do lugar, então o nosso livro fala com quem trabalha, não com quem chefia.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Peço sua aprovação para escrever primeiro o livro de Claude para profissionais que não programam, porque é o tema com mais procura e menos dono, e cada semana de espera é mais um concorrente na prateleira.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97280" cy="9144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4233C"/>
                </a:solidFill>
                <a:latin typeface="Calibri"/>
              </a:rPr>
              <a:t>Qual livro de IA escrever primeiro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Pesquisa na loja Kindle do Brasil em 21/out/2026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O que o leitor digita: sugestões da busca da Amazon, por popularidade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Quem já vende: lista de mais vendidos de Computação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BSR = posição no ranking de vendas; quanto menor, mais vende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585"/>
                </a:solidFill>
              </a:rPr>
              <a:t>Fonte: relatório de pesquisa da Kindle Store BR, 21/out/2026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97280" cy="9144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4233C"/>
                </a:solidFill>
                <a:latin typeface="Calibri"/>
              </a:rPr>
              <a:t>O leitor já procura por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Quem digita "ia" recebe "ia claude" logo depois de "ia para programadores"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Sozinho, o nome também vira sugestão: claude, claude ia, claude ai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Profissões aparecem na busca: advogados, contadores, professores, líderes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Quem não programa também busca: "agente de ia sem codigo", "ia generativa para leigos"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585"/>
                </a:solidFill>
              </a:rPr>
              <a:t>Fonte: relatório de pesquisa da Kindle Store BR, 21/out/2026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97280" cy="9144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4233C"/>
                </a:solidFill>
                <a:latin typeface="Calibri"/>
              </a:rPr>
              <a:t>Onde não vale a pena entrar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Engenharia de prompt: o líder tem 974 avaliações e é #2 em Computação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IA para iniciantes e automação: 750 a 1.000 títulos, enxurrada de grátis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IA para professores: quase tudo grátis e sem avaliação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IA para programadores: o líder tem 200 avaliações, a R$59,18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585"/>
                </a:solidFill>
              </a:rPr>
              <a:t>Fonte: relatório de pesquisa da Kindle Store BR, 21/out/2026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97280" cy="9144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4233C"/>
                </a:solidFill>
                <a:latin typeface="Calibri"/>
              </a:rPr>
              <a:t>Claude é a porta mais larga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A Bíblia do Claude AI é #3 em Computação com só 5 avaliações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No BSR, ela está em #1.163; o líder de IA para líderes, com 109 avaliações, em #44.336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Claude Descomplicado: BSR #5.493 com 12 avaliações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A janela está fechando: sai livro novo de Claude toda 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585"/>
                </a:solidFill>
              </a:rPr>
              <a:t>Fonte: relatório de pesquisa da Kindle Store BR, 21/out/2026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97280" cy="9144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4233C"/>
                </a:solidFill>
                <a:latin typeface="Calibri"/>
              </a:rPr>
              <a:t>Profissão funciona, cargo não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Claude para Advogados é #20 em Computação com 4 avaliações, a R$19,90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A busca pede "claude para contadores" e "claude ia para advogados"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"Claude para Líderes": 3 livros entre BSR #90k e #242k, com 0 a 1 avaliação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222B38"/>
                </a:solidFill>
                <a:latin typeface="Calibri"/>
              </a:rPr>
              <a:t>O leitor busca Claude + o trabalho que ele faz, não Claude + cargo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585"/>
                </a:solidFill>
              </a:rPr>
              <a:t>Fonte: relatório de pesquisa da Kindle Store BR, 21/out/2026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97280" cy="9144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Decisão: Claude para profissionais que não programam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FFFFFF"/>
                </a:solidFill>
                <a:latin typeface="Calibri"/>
              </a:rPr>
              <a:t>Escrever este primeiro, antes de vibe coding e de IA para líderes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FFFFFF"/>
                </a:solidFill>
                <a:latin typeface="Calibri"/>
              </a:rPr>
              <a:t>"Claude" no começo do título; as profissões que a busca pede no subtítulo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FFFFFF"/>
                </a:solidFill>
                <a:latin typeface="Calibri"/>
              </a:rPr>
              <a:t>Fica fora de Claude Code, que tem 5.000 resultados e é público de programador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8A81C"/>
                </a:solidFill>
              </a:rPr>
              <a:t>■  </a:t>
            </a:r>
            <a:r>
              <a:rPr sz="2300">
                <a:solidFill>
                  <a:srgbClr val="FFFFFF"/>
                </a:solidFill>
                <a:latin typeface="Calibri"/>
              </a:rPr>
              <a:t>Pedido: aprovar hoje para a escrita começar já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8C2D1"/>
                </a:solidFill>
              </a:rPr>
              <a:t>Fonte: relatório de pesquisa da Kindle Store BR, 21/out/2026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